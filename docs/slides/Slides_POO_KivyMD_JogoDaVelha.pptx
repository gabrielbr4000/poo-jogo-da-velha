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ar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er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sl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id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formato 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5CC61D6-1C77-4B3B-AB88-E3452097E366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66D06A-611C-4407-86F3-8A32CA572F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27A931-DB5F-4DEB-802D-652AD28A83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235371-781A-486B-991B-9D327CECE2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EAB43B-8238-4B39-88D5-1BAF4674CF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22538E-6146-47CC-BD65-D9E5AC30EE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FF4564-0E62-4E7C-9C1E-6056945E5C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077841-42BE-450F-8E0B-E055F76AC2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BE6870-51C9-4803-8260-102C991775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71FAF8-E471-4E1D-8DE2-4B288A9056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217920" y="0"/>
            <a:ext cx="2923920" cy="514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766560" y="0"/>
            <a:ext cx="2375280" cy="51415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046720" y="0"/>
            <a:ext cx="1095120" cy="514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4846320"/>
            <a:ext cx="9141840" cy="295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57200" y="457200"/>
            <a:ext cx="2741040" cy="363600"/>
          </a:xfrm>
          <a:prstGeom prst="roundRect">
            <a:avLst>
              <a:gd name="adj" fmla="val 20000"/>
            </a:avLst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457200"/>
            <a:ext cx="2741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88" strike="noStrike">
                <a:solidFill>
                  <a:srgbClr val="ffffff"/>
                </a:solidFill>
                <a:latin typeface="Calibri"/>
              </a:rPr>
              <a:t>POO  •  PROJETO FINAL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1097280"/>
            <a:ext cx="548424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Jogo da Velha</a:t>
            </a:r>
            <a:endParaRPr b="0" lang="pt-B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2103120"/>
            <a:ext cx="5301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3f2fd"/>
                </a:solidFill>
                <a:latin typeface="Calibri"/>
              </a:rPr>
              <a:t>Interface Visual com KivyMD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7200" y="2606040"/>
            <a:ext cx="3200400" cy="360"/>
          </a:xfrm>
          <a:prstGeom prst="line">
            <a:avLst/>
          </a:prstGeom>
          <a:ln w="254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2743200"/>
            <a:ext cx="5027040" cy="14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b"/>
                </a:solidFill>
                <a:latin typeface="Calibri"/>
              </a:rPr>
              <a:t>Integrantes do Grupo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b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8fafb"/>
                </a:solidFill>
                <a:latin typeface="Calibri"/>
              </a:rPr>
              <a:t>Gabriel Masson Rosa — 2840482421002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b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8fafb"/>
                </a:solidFill>
                <a:latin typeface="Calibri"/>
              </a:rPr>
              <a:t>Gabriel Reis — 2840482421005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4846320"/>
            <a:ext cx="548424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Programação Orientada a Objetos  •  17 de junho de 2026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1840" cy="6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8412480" y="137160"/>
            <a:ext cx="500760" cy="50076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8412480" y="13716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320040" y="128160"/>
            <a:ext cx="2009520" cy="345240"/>
          </a:xfrm>
          <a:prstGeom prst="roundRect">
            <a:avLst>
              <a:gd name="adj" fmla="val 26316"/>
            </a:avLst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320040" y="128160"/>
            <a:ext cx="2009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O JOGO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0" y="4983480"/>
            <a:ext cx="9141840" cy="158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274320" y="4983480"/>
            <a:ext cx="8593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3f2fd"/>
                </a:solidFill>
                <a:latin typeface="Calibri"/>
              </a:rPr>
              <a:t>POO — Projeto Final: Interface Visual com KivyMD  |  17/06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365760" y="567000"/>
            <a:ext cx="81360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a5c"/>
                </a:solidFill>
                <a:latin typeface="Calibri"/>
              </a:rPr>
              <a:t>O Jogo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365760" y="1115640"/>
            <a:ext cx="1278000" cy="38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365760" y="1188720"/>
            <a:ext cx="81360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Calibri"/>
              </a:rPr>
              <a:t>Regras, objetivo e o que foi implementado na Fase 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320040" y="1600200"/>
            <a:ext cx="4021200" cy="3152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320040" y="1600200"/>
            <a:ext cx="4021200" cy="409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320040" y="1600200"/>
            <a:ext cx="40212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Sobre o Jogo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02920" y="2084760"/>
            <a:ext cx="3655440" cy="26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63238"/>
                </a:solidFill>
                <a:latin typeface="Calibri"/>
              </a:rPr>
              <a:t>Objetivo: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Eliminar o adversário vencendo as rodadas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63238"/>
                </a:solidFill>
                <a:latin typeface="Calibri"/>
              </a:rPr>
              <a:t>Número de jogadores: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2 jogadores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63238"/>
                </a:solidFill>
                <a:latin typeface="Calibri"/>
              </a:rPr>
              <a:t>Tipo de tabuleiro: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grade 3X3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63238"/>
                </a:solidFill>
                <a:latin typeface="Calibri"/>
              </a:rPr>
              <a:t>Regras principais: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A rodada é vencida pelo jogador que alinhar 3 peças.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Em caso de empate a rodada é resetada.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Quando todas as vidas de um jogador acaba, ele perde.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4800600" y="1600200"/>
            <a:ext cx="4021200" cy="3152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4800600" y="1600200"/>
            <a:ext cx="4021200" cy="409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4800600" y="1600200"/>
            <a:ext cx="40212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 que fizemos na Fase 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4983480" y="2084760"/>
            <a:ext cx="3655440" cy="26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63238"/>
                </a:solidFill>
                <a:latin typeface="Calibri"/>
              </a:rPr>
              <a:t>Classes implementadas: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PecaVelha — Peça do Jogo da Velha (X ou O).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RegraVezCorretaVelha — Só quem é da vez pode jogar.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RegraPosicaoValidaVelha — Posição deve estar dentro do tabuleiro e livre.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63238"/>
                </a:solidFill>
                <a:latin typeface="Calibri"/>
              </a:rPr>
              <a:t>Lógica central: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Você configura os nomes dos jogadores;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Escolhe o jogo (Antes tinha dois jogos, mas removemos 1 para facilitar);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Para jogar, o jogador da vez deveria entrar a posição que gostaria de colocar a peça no tabuleiro (ex: 2(linha) 3(coluna)). Vence quem alinhasse 3 peças primeiro e, caso isso não acontecesse, era empate;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Por fim, mostra as </a:t>
            </a:r>
            <a:r>
              <a:rPr b="0" lang="pt-BR" sz="1050" spc="-1" strike="noStrike">
                <a:solidFill>
                  <a:srgbClr val="263238"/>
                </a:solidFill>
                <a:latin typeface="Calibri"/>
              </a:rPr>
              <a:t>estatísticas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 da rodada e as opções de jogar de novo; escolher outro jogo ou encerrar sessão.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9141840" cy="6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8412480" y="137160"/>
            <a:ext cx="500760" cy="50076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8412480" y="13716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320040" y="128160"/>
            <a:ext cx="2009520" cy="345240"/>
          </a:xfrm>
          <a:prstGeom prst="roundRect">
            <a:avLst>
              <a:gd name="adj" fmla="val 26316"/>
            </a:avLst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320040" y="128160"/>
            <a:ext cx="2009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ARQUITETURA OO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0" y="4983480"/>
            <a:ext cx="9141840" cy="158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274320" y="4983480"/>
            <a:ext cx="8593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3f2fd"/>
                </a:solidFill>
                <a:latin typeface="Calibri"/>
              </a:rPr>
              <a:t>POO — Projeto Final: Interface Visual com KivyMD  |  17/06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365760" y="567000"/>
            <a:ext cx="81360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a5c"/>
                </a:solidFill>
                <a:latin typeface="Calibri"/>
              </a:rPr>
              <a:t>Arquitetura OO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365760" y="1115640"/>
            <a:ext cx="1278000" cy="38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365760" y="1188720"/>
            <a:ext cx="81360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Calibri"/>
              </a:rPr>
              <a:t>Diagrama UML das principais classes e decisões de herança/polimorfismo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320040" y="1600200"/>
            <a:ext cx="5027040" cy="319824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320040" y="1600200"/>
            <a:ext cx="5027040" cy="31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196f3"/>
                </a:solidFill>
                <a:latin typeface="Calibri"/>
              </a:rPr>
              <a:t>[ Cole aqui o Diagrama UML do projeto ]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196f3"/>
                </a:solidFill>
                <a:latin typeface="Calibri"/>
              </a:rPr>
              <a:t>Exporte como imagem (.png) e insira neste slide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5577840" y="1600200"/>
            <a:ext cx="3243960" cy="3198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5577840" y="1600200"/>
            <a:ext cx="3243960" cy="381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5577840" y="1600200"/>
            <a:ext cx="32439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Conceitos OO Aplicados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5669280" y="2066400"/>
            <a:ext cx="3061080" cy="564840"/>
          </a:xfrm>
          <a:prstGeom prst="rect">
            <a:avLst/>
          </a:prstGeom>
          <a:solidFill>
            <a:srgbClr val="e3f2fd"/>
          </a:solidFill>
          <a:ln w="381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5687640" y="2066400"/>
            <a:ext cx="3452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🔒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6053400" y="2103120"/>
            <a:ext cx="26038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263238"/>
                </a:solidFill>
                <a:latin typeface="Calibri"/>
              </a:rPr>
              <a:t>Encapsulamento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263238"/>
                </a:solidFill>
                <a:latin typeface="Calibri"/>
              </a:rPr>
              <a:t>Atributos privados em Tabuleiro. Acesso via getters/setters.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5669280" y="2743200"/>
            <a:ext cx="3061080" cy="564840"/>
          </a:xfrm>
          <a:prstGeom prst="rect">
            <a:avLst/>
          </a:prstGeom>
          <a:solidFill>
            <a:srgbClr val="eceff1"/>
          </a:solidFill>
          <a:ln w="381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5687640" y="2743200"/>
            <a:ext cx="3452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🧬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6053400" y="2779920"/>
            <a:ext cx="26038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263238"/>
                </a:solidFill>
                <a:latin typeface="Calibri"/>
              </a:rPr>
              <a:t>Herança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263238"/>
                </a:solidFill>
                <a:latin typeface="Calibri"/>
              </a:rPr>
              <a:t>TabuleiroVelha herda de Tabuleiro, pois, o TabuleiroVelha tem suas regras especificas e o Tabuleiro é um molde.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1"/>
          <p:cNvSpPr/>
          <p:nvPr/>
        </p:nvSpPr>
        <p:spPr>
          <a:xfrm>
            <a:off x="5669280" y="3420000"/>
            <a:ext cx="3061080" cy="564840"/>
          </a:xfrm>
          <a:prstGeom prst="rect">
            <a:avLst/>
          </a:prstGeom>
          <a:solidFill>
            <a:srgbClr val="e3f2fd"/>
          </a:solidFill>
          <a:ln w="381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5687640" y="3420000"/>
            <a:ext cx="3452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🔀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6053400" y="3456360"/>
            <a:ext cx="26038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263238"/>
                </a:solidFill>
                <a:latin typeface="Calibri"/>
              </a:rPr>
              <a:t>Polimorfismo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263238"/>
                </a:solidFill>
                <a:latin typeface="Calibri"/>
              </a:rPr>
              <a:t>Método +exibir() se comporta diferente em Tabuleiro e TabuleiroVelha.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4"/>
          <p:cNvSpPr/>
          <p:nvPr/>
        </p:nvSpPr>
        <p:spPr>
          <a:xfrm>
            <a:off x="5669280" y="4096440"/>
            <a:ext cx="3061080" cy="564840"/>
          </a:xfrm>
          <a:prstGeom prst="rect">
            <a:avLst/>
          </a:prstGeom>
          <a:solidFill>
            <a:srgbClr val="eceff1"/>
          </a:solidFill>
          <a:ln w="381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5687640" y="4096440"/>
            <a:ext cx="3452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📐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6053400" y="4133160"/>
            <a:ext cx="26038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263238"/>
                </a:solidFill>
                <a:latin typeface="Calibri"/>
              </a:rPr>
              <a:t>Interface / ABC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263238"/>
                </a:solidFill>
                <a:latin typeface="Calibri"/>
              </a:rPr>
              <a:t>Tabuleiro define contrato para JogoTabuleiro e JogoDaVelha.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80000" y="1440000"/>
            <a:ext cx="5387400" cy="341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1840" cy="6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8412480" y="137160"/>
            <a:ext cx="500760" cy="50076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8412480" y="13716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320040" y="128160"/>
            <a:ext cx="2009520" cy="345240"/>
          </a:xfrm>
          <a:prstGeom prst="roundRect">
            <a:avLst>
              <a:gd name="adj" fmla="val 26316"/>
            </a:avLst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320040" y="128160"/>
            <a:ext cx="2009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DECISÕES DE DESIGN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0" y="4983480"/>
            <a:ext cx="9141840" cy="158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274320" y="4983480"/>
            <a:ext cx="8593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3f2fd"/>
                </a:solidFill>
                <a:latin typeface="Calibri"/>
              </a:rPr>
              <a:t>POO — Projeto Final: Interface Visual com KivyMD  |  17/06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365760" y="567000"/>
            <a:ext cx="81360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a5c"/>
                </a:solidFill>
                <a:latin typeface="Calibri"/>
              </a:rPr>
              <a:t>Decisões de Design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365760" y="1115640"/>
            <a:ext cx="1278000" cy="38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365760" y="1188720"/>
            <a:ext cx="81360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Calibri"/>
              </a:rPr>
              <a:t>Por que separamos lógica de UI desse jeito? Quais padrões foram aplicados?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320040" y="1572840"/>
            <a:ext cx="2603880" cy="1278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320040" y="1572840"/>
            <a:ext cx="260388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87" strike="noStrike">
                <a:solidFill>
                  <a:srgbClr val="ffffff"/>
                </a:solidFill>
                <a:latin typeface="Calibri"/>
              </a:rPr>
              <a:t>MODEL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2"/>
          <p:cNvSpPr/>
          <p:nvPr/>
        </p:nvSpPr>
        <p:spPr>
          <a:xfrm>
            <a:off x="320040" y="2075760"/>
            <a:ext cx="2603880" cy="77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411480" y="2075760"/>
            <a:ext cx="242100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Lógica do Jogo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(Fase 1 — intacta)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3246120" y="1572840"/>
            <a:ext cx="2603880" cy="1278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3246120" y="1572840"/>
            <a:ext cx="260388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87" strike="noStrike">
                <a:solidFill>
                  <a:srgbClr val="ffffff"/>
                </a:solidFill>
                <a:latin typeface="Calibri"/>
              </a:rPr>
              <a:t>CONTROLLER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3246120" y="2075760"/>
            <a:ext cx="2603880" cy="77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3337560" y="2075760"/>
            <a:ext cx="242100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GameController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(ponte Model ↔ View)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8"/>
          <p:cNvSpPr/>
          <p:nvPr/>
        </p:nvSpPr>
        <p:spPr>
          <a:xfrm>
            <a:off x="6172200" y="1572840"/>
            <a:ext cx="2603880" cy="127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6172200" y="1572840"/>
            <a:ext cx="260388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87" strike="noStrike">
                <a:solidFill>
                  <a:srgbClr val="ffffff"/>
                </a:solidFill>
                <a:latin typeface="Calibri"/>
              </a:rPr>
              <a:t>VIEW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0"/>
          <p:cNvSpPr/>
          <p:nvPr/>
        </p:nvSpPr>
        <p:spPr>
          <a:xfrm>
            <a:off x="6172200" y="2075760"/>
            <a:ext cx="2603880" cy="77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1"/>
          <p:cNvSpPr/>
          <p:nvPr/>
        </p:nvSpPr>
        <p:spPr>
          <a:xfrm>
            <a:off x="6263640" y="2075760"/>
            <a:ext cx="242100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Telas KivyMD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(ScreenManager)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2"/>
          <p:cNvSpPr/>
          <p:nvPr/>
        </p:nvSpPr>
        <p:spPr>
          <a:xfrm>
            <a:off x="2926080" y="2212560"/>
            <a:ext cx="320040" cy="360"/>
          </a:xfrm>
          <a:prstGeom prst="line">
            <a:avLst/>
          </a:prstGeom>
          <a:ln w="19050">
            <a:solidFill>
              <a:srgbClr val="54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3"/>
          <p:cNvSpPr/>
          <p:nvPr/>
        </p:nvSpPr>
        <p:spPr>
          <a:xfrm>
            <a:off x="2880360" y="212148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46e7a"/>
                </a:solidFill>
                <a:latin typeface="Calibri"/>
              </a:rPr>
              <a:t>→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4"/>
          <p:cNvSpPr/>
          <p:nvPr/>
        </p:nvSpPr>
        <p:spPr>
          <a:xfrm>
            <a:off x="5852160" y="2212560"/>
            <a:ext cx="320040" cy="360"/>
          </a:xfrm>
          <a:prstGeom prst="line">
            <a:avLst/>
          </a:prstGeom>
          <a:ln w="19050">
            <a:solidFill>
              <a:srgbClr val="54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5"/>
          <p:cNvSpPr/>
          <p:nvPr/>
        </p:nvSpPr>
        <p:spPr>
          <a:xfrm>
            <a:off x="5806440" y="212148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46e7a"/>
                </a:solidFill>
                <a:latin typeface="Calibri"/>
              </a:rPr>
              <a:t>→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26"/>
          <p:cNvSpPr/>
          <p:nvPr/>
        </p:nvSpPr>
        <p:spPr>
          <a:xfrm>
            <a:off x="320040" y="3017520"/>
            <a:ext cx="8501760" cy="17352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7"/>
          <p:cNvSpPr/>
          <p:nvPr/>
        </p:nvSpPr>
        <p:spPr>
          <a:xfrm>
            <a:off x="320040" y="3017520"/>
            <a:ext cx="8501760" cy="345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8"/>
          <p:cNvSpPr/>
          <p:nvPr/>
        </p:nvSpPr>
        <p:spPr>
          <a:xfrm>
            <a:off x="320040" y="3017520"/>
            <a:ext cx="85017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Nossas decisões de design e por que as tomamos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9"/>
          <p:cNvSpPr/>
          <p:nvPr/>
        </p:nvSpPr>
        <p:spPr>
          <a:xfrm>
            <a:off x="502920" y="3429000"/>
            <a:ext cx="81360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263238"/>
                </a:solidFill>
                <a:latin typeface="Calibri"/>
              </a:rPr>
              <a:t>1. Criar um controler theme_manager — dessa forma, evitamos redundâncias de código nas telas nas alterações de tema.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3238"/>
                </a:solidFill>
                <a:latin typeface="Calibri"/>
              </a:rPr>
              <a:t>2. Adicionar um sistema de rodadas — dessa forma, o jogo fica mais demorado e mais interessante.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3238"/>
                </a:solidFill>
                <a:latin typeface="Calibri"/>
              </a:rPr>
              <a:t>3. Criar um Json de config — pois, assim, as alterações ficam salvas e fixas.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1840" cy="6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8412480" y="137160"/>
            <a:ext cx="500760" cy="50076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8412480" y="13716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20040" y="128160"/>
            <a:ext cx="2009520" cy="345240"/>
          </a:xfrm>
          <a:prstGeom prst="roundRect">
            <a:avLst>
              <a:gd name="adj" fmla="val 26316"/>
            </a:avLst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320040" y="128160"/>
            <a:ext cx="2009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TELAS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0" y="4983480"/>
            <a:ext cx="9141840" cy="158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274320" y="4983480"/>
            <a:ext cx="8593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3f2fd"/>
                </a:solidFill>
                <a:latin typeface="Calibri"/>
              </a:rPr>
              <a:t>POO — Projeto Final: Interface Visual com KivyMD  |  17/06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365760" y="567000"/>
            <a:ext cx="81360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a5c"/>
                </a:solidFill>
                <a:latin typeface="Calibri"/>
              </a:rPr>
              <a:t>Telas Implementadas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365760" y="1115640"/>
            <a:ext cx="1278000" cy="38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365760" y="1188720"/>
            <a:ext cx="81360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Calibri"/>
              </a:rPr>
              <a:t>Capturas de tela de cada tela com breve legenda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320040" y="1572840"/>
            <a:ext cx="1982160" cy="237528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320040" y="1572840"/>
            <a:ext cx="1982160" cy="23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196f3"/>
                </a:solidFill>
                <a:latin typeface="Calibri"/>
              </a:rPr>
              <a:t>[ Screenshot ]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320040" y="3950280"/>
            <a:ext cx="1982160" cy="381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320040" y="3950280"/>
            <a:ext cx="19821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Menu Principal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2487240" y="1572840"/>
            <a:ext cx="1982160" cy="237528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2487240" y="1572840"/>
            <a:ext cx="1982160" cy="23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196f3"/>
                </a:solidFill>
                <a:latin typeface="Calibri"/>
              </a:rPr>
              <a:t>[ Screenshot ]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2487240" y="3950280"/>
            <a:ext cx="1982160" cy="381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2487240" y="3950280"/>
            <a:ext cx="19821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Config. de Partida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4663440" y="1572840"/>
            <a:ext cx="1982160" cy="237528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4663440" y="1572840"/>
            <a:ext cx="1982160" cy="23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196f3"/>
                </a:solidFill>
                <a:latin typeface="Calibri"/>
              </a:rPr>
              <a:t>[ Screenshot ]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>
            <a:off x="4663440" y="3950280"/>
            <a:ext cx="1982160" cy="381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4663440" y="3950280"/>
            <a:ext cx="19821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Tabuleiro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6830640" y="1572840"/>
            <a:ext cx="1982160" cy="237528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6830640" y="1572840"/>
            <a:ext cx="1982160" cy="23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196f3"/>
                </a:solidFill>
                <a:latin typeface="Calibri"/>
              </a:rPr>
              <a:t>[ Screenshot ]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4"/>
          <p:cNvSpPr/>
          <p:nvPr/>
        </p:nvSpPr>
        <p:spPr>
          <a:xfrm>
            <a:off x="6830640" y="3950280"/>
            <a:ext cx="1982160" cy="381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6830640" y="3950280"/>
            <a:ext cx="19821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Resultado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320040" y="4572000"/>
            <a:ext cx="850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180000" y="1620000"/>
            <a:ext cx="2277720" cy="179928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2487240" y="1620000"/>
            <a:ext cx="2023920" cy="226764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3"/>
          <a:stretch/>
        </p:blipFill>
        <p:spPr>
          <a:xfrm>
            <a:off x="4590000" y="1620000"/>
            <a:ext cx="2123640" cy="197928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4"/>
          <a:stretch/>
        </p:blipFill>
        <p:spPr>
          <a:xfrm>
            <a:off x="6830640" y="1691640"/>
            <a:ext cx="2054880" cy="190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2194560"/>
            <a:ext cx="9141840" cy="820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3200400" y="457200"/>
            <a:ext cx="274104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"/>
              </a:rPr>
              <a:t>🎮</a:t>
            </a:r>
            <a:endParaRPr b="0" lang="pt-B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914400" y="1645920"/>
            <a:ext cx="73130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86" strike="noStrike">
                <a:solidFill>
                  <a:srgbClr val="ffffff"/>
                </a:solidFill>
                <a:latin typeface="Calibri"/>
              </a:rPr>
              <a:t>Demonstração ao Vivo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914400" y="2194560"/>
            <a:ext cx="7313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</a:rPr>
              <a:t>[ Apresentar o jogo rodando — nova partida → jogadas → resultado ]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914400" y="3200400"/>
            <a:ext cx="73130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3f2fd"/>
                </a:solidFill>
                <a:latin typeface="Calibri"/>
              </a:rPr>
              <a:t>Roteiro sugerido para a demo:  </a:t>
            </a:r>
            <a:r>
              <a:rPr b="0" lang="en-US" sz="1100" spc="-1" strike="noStrike">
                <a:solidFill>
                  <a:srgbClr val="e3f2fd"/>
                </a:solidFill>
                <a:latin typeface="Calibri"/>
              </a:rPr>
              <a:t>Iniciar partida  →  Inserir nomes  →  Realizar 2-3 jogadas  →  Mostrar detecção de fim de jogo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0" y="4983480"/>
            <a:ext cx="9141840" cy="158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274320" y="4983480"/>
            <a:ext cx="8593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3f2fd"/>
                </a:solidFill>
                <a:latin typeface="Calibri"/>
              </a:rPr>
              <a:t>POO — Projeto Final: Interface Visual com KivyMD  |  17/06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1840" cy="6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"/>
          <p:cNvSpPr/>
          <p:nvPr/>
        </p:nvSpPr>
        <p:spPr>
          <a:xfrm>
            <a:off x="8412480" y="137160"/>
            <a:ext cx="500760" cy="50076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8412480" y="13716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320040" y="128160"/>
            <a:ext cx="2009520" cy="345240"/>
          </a:xfrm>
          <a:prstGeom prst="roundRect">
            <a:avLst>
              <a:gd name="adj" fmla="val 26316"/>
            </a:avLst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320040" y="128160"/>
            <a:ext cx="2009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DESAFIOS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0" y="4983480"/>
            <a:ext cx="9141840" cy="158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274320" y="4983480"/>
            <a:ext cx="8593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3f2fd"/>
                </a:solidFill>
                <a:latin typeface="Calibri"/>
              </a:rPr>
              <a:t>POO — Projeto Final: Interface Visual com KivyMD  |  17/06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365760" y="567000"/>
            <a:ext cx="81360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a5c"/>
                </a:solidFill>
                <a:latin typeface="Calibri"/>
              </a:rPr>
              <a:t>Desafios &amp; Aprendizados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365760" y="1115640"/>
            <a:ext cx="1278000" cy="38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365760" y="1188720"/>
            <a:ext cx="81360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Calibri"/>
              </a:rPr>
              <a:t>O que foi mais difícil? Como resolvemos? O que faríamos diferente?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320040" y="1572840"/>
            <a:ext cx="2603880" cy="3152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320040" y="1572840"/>
            <a:ext cx="2603880" cy="455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365760" y="1572840"/>
            <a:ext cx="2512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🧗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Maior Desafio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3"/>
          <p:cNvSpPr/>
          <p:nvPr/>
        </p:nvSpPr>
        <p:spPr>
          <a:xfrm>
            <a:off x="429840" y="2121480"/>
            <a:ext cx="2375280" cy="2375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457200" y="2176200"/>
            <a:ext cx="2329560" cy="22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Conectar as alterações de dados (Nome do jogador e a vida) com o backend e fazer o sistema de rodadas.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3246120" y="1572840"/>
            <a:ext cx="2603880" cy="3152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3246120" y="1572840"/>
            <a:ext cx="2603880" cy="455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3291840" y="1572840"/>
            <a:ext cx="2512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🔧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Como Resolvemos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3355920" y="2121480"/>
            <a:ext cx="2375280" cy="237528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3383280" y="2176200"/>
            <a:ext cx="2329560" cy="22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63238"/>
                </a:solidFill>
                <a:latin typeface="Calibri"/>
              </a:rPr>
              <a:t>Acessamos a vida via self._jogador1.vida e self._jogador2.vida, e após um jogador perder uma rodada/vida, é feita uma verificação para ver se o jogo acabou, se sim vai para a tela de resultado, se não, o tabuleiro é limpado e o jogo reinicia.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6172200" y="1572840"/>
            <a:ext cx="2603880" cy="3152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1"/>
          <p:cNvSpPr/>
          <p:nvPr/>
        </p:nvSpPr>
        <p:spPr>
          <a:xfrm>
            <a:off x="6172200" y="1572840"/>
            <a:ext cx="2603880" cy="455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2"/>
          <p:cNvSpPr/>
          <p:nvPr/>
        </p:nvSpPr>
        <p:spPr>
          <a:xfrm>
            <a:off x="6217920" y="1572840"/>
            <a:ext cx="2512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Faríamos Diferente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3"/>
          <p:cNvSpPr/>
          <p:nvPr/>
        </p:nvSpPr>
        <p:spPr>
          <a:xfrm>
            <a:off x="6282000" y="2121480"/>
            <a:ext cx="2375280" cy="23752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4"/>
          <p:cNvSpPr/>
          <p:nvPr/>
        </p:nvSpPr>
        <p:spPr>
          <a:xfrm>
            <a:off x="6309360" y="2176200"/>
            <a:ext cx="2329560" cy="22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50" spc="-1" strike="noStrike">
                <a:solidFill>
                  <a:srgbClr val="263238"/>
                </a:solidFill>
                <a:latin typeface="Calibri"/>
              </a:rPr>
              <a:t>Projetaríamos mais controllers para fazer essa comunicação de uma maneira mais eficiente.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1840" cy="6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8412480" y="137160"/>
            <a:ext cx="500760" cy="50076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8412480" y="13716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320040" y="128160"/>
            <a:ext cx="2009520" cy="345240"/>
          </a:xfrm>
          <a:prstGeom prst="roundRect">
            <a:avLst>
              <a:gd name="adj" fmla="val 26316"/>
            </a:avLst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320040" y="128160"/>
            <a:ext cx="2009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CONCLUSÃO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0" y="4983480"/>
            <a:ext cx="9141840" cy="158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274320" y="4983480"/>
            <a:ext cx="8593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3f2fd"/>
                </a:solidFill>
                <a:latin typeface="Calibri"/>
              </a:rPr>
              <a:t>POO — Projeto Final: Interface Visual com KivyMD  |  17/06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365760" y="567000"/>
            <a:ext cx="81360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a5c"/>
                </a:solidFill>
                <a:latin typeface="Calibri"/>
              </a:rPr>
              <a:t>Conclusão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365760" y="1115640"/>
            <a:ext cx="1278000" cy="38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365760" y="1188720"/>
            <a:ext cx="81360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Calibri"/>
              </a:rPr>
              <a:t>O que foi entregue, extras implementados e próximos passos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320040" y="1572840"/>
            <a:ext cx="4158360" cy="3152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320040" y="1572840"/>
            <a:ext cx="4158360" cy="409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320040" y="1572840"/>
            <a:ext cx="4158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 que entregamos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502920" y="2084760"/>
            <a:ext cx="3746880" cy="25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Mudança de temas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Sistemas de rodadas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Sistema de Bots com 3 níveis de dificuldade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5 telas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Padrões de Design simples se baseando em temas roxos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Repositório público no GitHub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4663440" y="1572840"/>
            <a:ext cx="4158360" cy="3152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4663440" y="1572840"/>
            <a:ext cx="4158360" cy="409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4663440" y="1572840"/>
            <a:ext cx="4158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🚀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Próximos Passos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4846320" y="2084760"/>
            <a:ext cx="3746880" cy="25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Sonoplastia e música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Controller de som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Modo online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Padronização no tamanho das telas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• </a:t>
            </a:r>
            <a:r>
              <a:rPr b="0" lang="en-US" sz="1050" spc="-1" strike="noStrike">
                <a:solidFill>
                  <a:srgbClr val="263238"/>
                </a:solidFill>
                <a:latin typeface="Calibri"/>
              </a:rPr>
              <a:t>Publicar em algum site online (para permitir o Modo Online e o acesso gratuito)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1840" cy="514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0" y="4297680"/>
            <a:ext cx="9141840" cy="843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0" y="4617720"/>
            <a:ext cx="9141840" cy="5238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914400" y="731520"/>
            <a:ext cx="731304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Obrigado!</a:t>
            </a:r>
            <a:endParaRPr b="0" lang="pt-B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2286000" y="1920240"/>
            <a:ext cx="4572000" cy="360"/>
          </a:xfrm>
          <a:prstGeom prst="line">
            <a:avLst/>
          </a:prstGeom>
          <a:ln w="254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914400" y="2057400"/>
            <a:ext cx="7313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3f2fd"/>
                </a:solidFill>
                <a:latin typeface="Calibri"/>
              </a:rPr>
              <a:t>Jogo da Velha  •  Grupo: Gabriel Masson Rosa, Gabriel Reis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914400" y="2606040"/>
            <a:ext cx="7313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e3f2fd"/>
                </a:solidFill>
                <a:latin typeface="Calibri"/>
              </a:rPr>
              <a:t>🔗  </a:t>
            </a:r>
            <a:r>
              <a:rPr b="0" i="1" lang="en-US" sz="1100" spc="-1" strike="noStrike">
                <a:solidFill>
                  <a:srgbClr val="e3f2fd"/>
                </a:solidFill>
                <a:latin typeface="Calibri"/>
              </a:rPr>
              <a:t>Repositório: https://github.com/gabrielbr4000/poo-jogo-da-velha.git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914400" y="3200400"/>
            <a:ext cx="73130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65100"/>
                </a:solidFill>
                <a:latin typeface="Calibri"/>
              </a:rPr>
              <a:t>Perguntas?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914400" y="4617720"/>
            <a:ext cx="731304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Programação Orientada a Objetos  •  17 de junho de 2026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2026-05-25T13:35:02Z</dcterms:created>
  <dc:creator>Professor — Disciplina POO</dc:creator>
  <dc:description/>
  <dc:language>pt-BR</dc:language>
  <cp:lastModifiedBy/>
  <dcterms:modified xsi:type="dcterms:W3CDTF">2026-06-09T20:51:08Z</dcterms:modified>
  <cp:revision>12</cp:revision>
  <dc:subject>PptxGenJS Presentation</dc:subject>
  <dc:title>POO — Template de Apresentação — Projeto Final KivyMD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